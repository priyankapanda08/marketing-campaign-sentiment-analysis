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5" d="100"/>
          <a:sy n="85" d="100"/>
        </p:scale>
        <p:origin x="8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419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7613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7965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07420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47459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99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13262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764DE79-268F-4C1A-8933-263129D2AF90}" type="datetimeFigureOut">
              <a:rPr lang="en-US" smtClean="0"/>
              <a:t>1/27/2026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147631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41200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4387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1488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764DE79-268F-4C1A-8933-263129D2AF90}" type="datetimeFigureOut">
              <a:rPr lang="en-US" smtClean="0"/>
              <a:t>1/27/2026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F63A3B-78C7-47BE-AE5E-E10140E04643}"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90525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normAutofit/>
          </a:bodyPr>
          <a:lstStyle/>
          <a:p>
            <a:r>
              <a:rPr lang="en-IN" sz="7200" b="1" dirty="0">
                <a:effectLst>
                  <a:outerShdw blurRad="38100" dist="38100" dir="2700000" algn="tl">
                    <a:srgbClr val="000000">
                      <a:alpha val="43137"/>
                    </a:srgbClr>
                  </a:outerShdw>
                </a:effectLst>
              </a:rPr>
              <a:t>Marketing Campaign And Sentiment Analysis</a:t>
            </a:r>
            <a:endParaRPr lang="nb-NO" sz="7200" b="1"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normAutofit/>
          </a:bodyPr>
          <a:lstStyle/>
          <a:p>
            <a:r>
              <a:rPr lang="en-US" sz="2800" b="1" dirty="0"/>
              <a:t>Data Presentation</a:t>
            </a:r>
            <a:endParaRPr lang="nb-NO" sz="2800" b="1"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a:xfrm>
            <a:off x="873149" y="199946"/>
            <a:ext cx="10058400" cy="1450757"/>
          </a:xfrm>
        </p:spPr>
        <p:txBody>
          <a:bodyPr/>
          <a:lstStyle/>
          <a:p>
            <a:r>
              <a:rPr lang="nb-NO" b="1" dirty="0" err="1">
                <a:effectLst>
                  <a:outerShdw blurRad="38100" dist="38100" dir="2700000" algn="tl">
                    <a:srgbClr val="000000">
                      <a:alpha val="43137"/>
                    </a:srgbClr>
                  </a:outerShdw>
                </a:effectLst>
              </a:rPr>
              <a:t>Overview</a:t>
            </a:r>
            <a:endParaRPr lang="nb-NO" b="1" dirty="0">
              <a:effectLst>
                <a:outerShdw blurRad="38100" dist="38100" dir="2700000" algn="tl">
                  <a:srgbClr val="000000">
                    <a:alpha val="43137"/>
                  </a:srgbClr>
                </a:outerShdw>
              </a:effectLst>
            </a:endParaRP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550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b="1" dirty="0" err="1">
                <a:effectLst>
                  <a:outerShdw blurRad="38100" dist="38100" dir="2700000" algn="tl">
                    <a:srgbClr val="000000">
                      <a:alpha val="43137"/>
                    </a:srgbClr>
                  </a:outerShdw>
                </a:effectLst>
              </a:rPr>
              <a:t>Decreased</a:t>
            </a:r>
            <a:r>
              <a:rPr lang="nb-NO" b="1" dirty="0">
                <a:effectLst>
                  <a:outerShdw blurRad="38100" dist="38100" dir="2700000" algn="tl">
                    <a:srgbClr val="000000">
                      <a:alpha val="43137"/>
                    </a:srgbClr>
                  </a:outerShdw>
                </a:effectLst>
              </a:rPr>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55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Reduced Customer Engagement</a:t>
            </a:r>
            <a:endParaRPr lang="nb-NO"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625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40384" y="1778579"/>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3857414"/>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b="1" dirty="0" err="1">
                <a:effectLst>
                  <a:outerShdw blurRad="38100" dist="38100" dir="2700000" algn="tl">
                    <a:srgbClr val="000000">
                      <a:alpha val="43137"/>
                    </a:srgbClr>
                  </a:outerShdw>
                </a:effectLst>
              </a:rPr>
              <a:t>Customer</a:t>
            </a:r>
            <a:r>
              <a:rPr lang="nb-NO" b="1" dirty="0">
                <a:effectLst>
                  <a:outerShdw blurRad="38100" dist="38100" dir="2700000" algn="tl">
                    <a:srgbClr val="000000">
                      <a:alpha val="43137"/>
                    </a:srgbClr>
                  </a:outerShdw>
                </a:effectLst>
              </a:rPr>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55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b="1" dirty="0">
                <a:effectLst>
                  <a:outerShdw blurRad="38100" dist="38100" dir="2700000" algn="tl">
                    <a:srgbClr val="000000">
                      <a:alpha val="43137"/>
                    </a:srgbClr>
                  </a:outerShdw>
                </a:effectLst>
              </a:rPr>
              <a:t>Goals &amp; </a:t>
            </a:r>
            <a:r>
              <a:rPr lang="nb-NO" b="1" dirty="0" err="1">
                <a:effectLst>
                  <a:outerShdw blurRad="38100" dist="38100" dir="2700000" algn="tl">
                    <a:srgbClr val="000000">
                      <a:alpha val="43137"/>
                    </a:srgbClr>
                  </a:outerShdw>
                </a:effectLst>
              </a:rPr>
              <a:t>Actions</a:t>
            </a:r>
            <a:endParaRPr lang="nb-NO" b="1" dirty="0">
              <a:effectLst>
                <a:outerShdw blurRad="38100" dist="38100" dir="2700000" algn="tl">
                  <a:srgbClr val="000000">
                    <a:alpha val="43137"/>
                  </a:srgbClr>
                </a:outerShdw>
              </a:effectLst>
            </a:endParaRP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384612"/>
            <a:ext cx="5157787" cy="3926541"/>
          </a:xfrm>
        </p:spPr>
        <p:txBody>
          <a:bodyPr>
            <a:normAutofit fontScale="55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marL="0" indent="0">
              <a:lnSpc>
                <a:spcPct val="170000"/>
              </a:lnSpc>
              <a:buNone/>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112</TotalTime>
  <Words>788</Words>
  <Application>Microsoft Office PowerPoint</Application>
  <PresentationFormat>Widescreen</PresentationFormat>
  <Paragraphs>51</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Calibri Light</vt:lpstr>
      <vt:lpstr>Retrospect</vt:lpstr>
      <vt:lpstr>Marketing Campaign And Sentiment Analysis</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priyanka panda</cp:lastModifiedBy>
  <cp:revision>3</cp:revision>
  <dcterms:created xsi:type="dcterms:W3CDTF">2024-09-03T15:16:05Z</dcterms:created>
  <dcterms:modified xsi:type="dcterms:W3CDTF">2026-01-26T18:44:50Z</dcterms:modified>
</cp:coreProperties>
</file>