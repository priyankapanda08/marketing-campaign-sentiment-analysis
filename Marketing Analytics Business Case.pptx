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5" r:id="rId1"/>
  </p:sldMasterIdLst>
  <p:sldIdLst>
    <p:sldId id="256" r:id="rId2"/>
    <p:sldId id="257" r:id="rId3"/>
    <p:sldId id="262" r:id="rId4"/>
    <p:sldId id="266" r:id="rId5"/>
    <p:sldId id="258" r:id="rId6"/>
    <p:sldId id="26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C9CDA-06AD-448B-AE43-AF39E35C9415}" v="1" dt="2024-07-21T12:56:05.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00" autoAdjust="0"/>
    <p:restoredTop sz="96236" autoAdjust="0"/>
  </p:normalViewPr>
  <p:slideViewPr>
    <p:cSldViewPr snapToGrid="0">
      <p:cViewPr varScale="1">
        <p:scale>
          <a:sx n="81" d="100"/>
          <a:sy n="81" d="100"/>
        </p:scale>
        <p:origin x="109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562C9CDA-06AD-448B-AE43-AF39E35C9415}"/>
    <pc:docChg chg="undo custSel addSld delSld modSld sldOrd">
      <pc:chgData name="Ali Ahmad" userId="d3510f94-5988-4c3a-9ef9-f2f99b91dc31" providerId="ADAL" clId="{562C9CDA-06AD-448B-AE43-AF39E35C9415}" dt="2024-08-04T07:10:37.151" v="306" actId="47"/>
      <pc:docMkLst>
        <pc:docMk/>
      </pc:docMkLst>
      <pc:sldChg chg="modSp mod">
        <pc:chgData name="Ali Ahmad" userId="d3510f94-5988-4c3a-9ef9-f2f99b91dc31" providerId="ADAL" clId="{562C9CDA-06AD-448B-AE43-AF39E35C9415}" dt="2024-07-26T16:34:33.157" v="266" actId="20577"/>
        <pc:sldMkLst>
          <pc:docMk/>
          <pc:sldMk cId="2772807980" sldId="256"/>
        </pc:sldMkLst>
        <pc:spChg chg="mod">
          <ac:chgData name="Ali Ahmad" userId="d3510f94-5988-4c3a-9ef9-f2f99b91dc31" providerId="ADAL" clId="{562C9CDA-06AD-448B-AE43-AF39E35C9415}" dt="2024-07-26T16:34:33.157" v="266" actId="20577"/>
          <ac:spMkLst>
            <pc:docMk/>
            <pc:sldMk cId="2772807980" sldId="256"/>
            <ac:spMk id="3" creationId="{C4EAED8B-40B8-2F67-2CA2-D6CB3B6F8578}"/>
          </ac:spMkLst>
        </pc:spChg>
      </pc:sldChg>
      <pc:sldChg chg="modSp mod">
        <pc:chgData name="Ali Ahmad" userId="d3510f94-5988-4c3a-9ef9-f2f99b91dc31" providerId="ADAL" clId="{562C9CDA-06AD-448B-AE43-AF39E35C9415}" dt="2024-07-21T12:56:32.117" v="22" actId="27636"/>
        <pc:sldMkLst>
          <pc:docMk/>
          <pc:sldMk cId="349862419" sldId="258"/>
        </pc:sldMkLst>
        <pc:spChg chg="mod">
          <ac:chgData name="Ali Ahmad" userId="d3510f94-5988-4c3a-9ef9-f2f99b91dc31" providerId="ADAL" clId="{562C9CDA-06AD-448B-AE43-AF39E35C9415}" dt="2024-07-20T14:34:31.603" v="11" actId="113"/>
          <ac:spMkLst>
            <pc:docMk/>
            <pc:sldMk cId="349862419" sldId="258"/>
            <ac:spMk id="2" creationId="{035C383B-F10C-7ECB-AA0D-9A79BD44F6B7}"/>
          </ac:spMkLst>
        </pc:spChg>
        <pc:spChg chg="mod">
          <ac:chgData name="Ali Ahmad" userId="d3510f94-5988-4c3a-9ef9-f2f99b91dc31" providerId="ADAL" clId="{562C9CDA-06AD-448B-AE43-AF39E35C9415}" dt="2024-07-21T12:56:32.117" v="22" actId="27636"/>
          <ac:spMkLst>
            <pc:docMk/>
            <pc:sldMk cId="349862419" sldId="258"/>
            <ac:spMk id="3" creationId="{F9AAA8B0-E93B-E9BB-8C09-E2F8D0D61EB5}"/>
          </ac:spMkLst>
        </pc:spChg>
      </pc:sldChg>
      <pc:sldChg chg="modSp del mod">
        <pc:chgData name="Ali Ahmad" userId="d3510f94-5988-4c3a-9ef9-f2f99b91dc31" providerId="ADAL" clId="{562C9CDA-06AD-448B-AE43-AF39E35C9415}" dt="2024-07-31T19:06:28.391" v="297" actId="2696"/>
        <pc:sldMkLst>
          <pc:docMk/>
          <pc:sldMk cId="2639771135" sldId="259"/>
        </pc:sldMkLst>
        <pc:spChg chg="mod">
          <ac:chgData name="Ali Ahmad" userId="d3510f94-5988-4c3a-9ef9-f2f99b91dc31" providerId="ADAL" clId="{562C9CDA-06AD-448B-AE43-AF39E35C9415}" dt="2024-07-21T18:20:48.487" v="247" actId="113"/>
          <ac:spMkLst>
            <pc:docMk/>
            <pc:sldMk cId="2639771135" sldId="259"/>
            <ac:spMk id="2" creationId="{72C2B2EC-99A5-254E-1B8F-9051BBBBDDFD}"/>
          </ac:spMkLst>
        </pc:spChg>
        <pc:spChg chg="mod">
          <ac:chgData name="Ali Ahmad" userId="d3510f94-5988-4c3a-9ef9-f2f99b91dc31" providerId="ADAL" clId="{562C9CDA-06AD-448B-AE43-AF39E35C9415}" dt="2024-07-22T10:52:00.584" v="252" actId="27636"/>
          <ac:spMkLst>
            <pc:docMk/>
            <pc:sldMk cId="2639771135" sldId="259"/>
            <ac:spMk id="3" creationId="{BE626091-3B69-DCC0-994D-701843DDEA07}"/>
          </ac:spMkLst>
        </pc:spChg>
      </pc:sldChg>
      <pc:sldChg chg="modSp mod">
        <pc:chgData name="Ali Ahmad" userId="d3510f94-5988-4c3a-9ef9-f2f99b91dc31" providerId="ADAL" clId="{562C9CDA-06AD-448B-AE43-AF39E35C9415}" dt="2024-07-21T18:20:51.581" v="248" actId="113"/>
        <pc:sldMkLst>
          <pc:docMk/>
          <pc:sldMk cId="3166029343" sldId="260"/>
        </pc:sldMkLst>
        <pc:spChg chg="mod">
          <ac:chgData name="Ali Ahmad" userId="d3510f94-5988-4c3a-9ef9-f2f99b91dc31" providerId="ADAL" clId="{562C9CDA-06AD-448B-AE43-AF39E35C9415}" dt="2024-07-21T18:20:51.581" v="248" actId="113"/>
          <ac:spMkLst>
            <pc:docMk/>
            <pc:sldMk cId="3166029343" sldId="260"/>
            <ac:spMk id="2" creationId="{6F41F449-8457-0E38-E3B4-75FA6F83C166}"/>
          </ac:spMkLst>
        </pc:spChg>
        <pc:spChg chg="mod">
          <ac:chgData name="Ali Ahmad" userId="d3510f94-5988-4c3a-9ef9-f2f99b91dc31" providerId="ADAL" clId="{562C9CDA-06AD-448B-AE43-AF39E35C9415}" dt="2024-07-21T13:02:38.648" v="56" actId="20577"/>
          <ac:spMkLst>
            <pc:docMk/>
            <pc:sldMk cId="3166029343" sldId="260"/>
            <ac:spMk id="3" creationId="{A96A4C0A-7CD6-52C8-5795-CE203917B8A2}"/>
          </ac:spMkLst>
        </pc:spChg>
      </pc:sldChg>
      <pc:sldChg chg="del">
        <pc:chgData name="Ali Ahmad" userId="d3510f94-5988-4c3a-9ef9-f2f99b91dc31" providerId="ADAL" clId="{562C9CDA-06AD-448B-AE43-AF39E35C9415}" dt="2024-07-21T13:01:33.887" v="29" actId="2696"/>
        <pc:sldMkLst>
          <pc:docMk/>
          <pc:sldMk cId="607336469" sldId="261"/>
        </pc:sldMkLst>
      </pc:sldChg>
      <pc:sldChg chg="modSp del mod ord">
        <pc:chgData name="Ali Ahmad" userId="d3510f94-5988-4c3a-9ef9-f2f99b91dc31" providerId="ADAL" clId="{562C9CDA-06AD-448B-AE43-AF39E35C9415}" dt="2024-08-04T07:10:36.309" v="305" actId="47"/>
        <pc:sldMkLst>
          <pc:docMk/>
          <pc:sldMk cId="2564379909" sldId="263"/>
        </pc:sldMkLst>
        <pc:spChg chg="mod">
          <ac:chgData name="Ali Ahmad" userId="d3510f94-5988-4c3a-9ef9-f2f99b91dc31" providerId="ADAL" clId="{562C9CDA-06AD-448B-AE43-AF39E35C9415}" dt="2024-07-31T19:05:17.669" v="289" actId="20577"/>
          <ac:spMkLst>
            <pc:docMk/>
            <pc:sldMk cId="2564379909" sldId="263"/>
            <ac:spMk id="2" creationId="{25E5519D-E5FA-5BA8-A4BA-A225CA110308}"/>
          </ac:spMkLst>
        </pc:spChg>
        <pc:spChg chg="mod">
          <ac:chgData name="Ali Ahmad" userId="d3510f94-5988-4c3a-9ef9-f2f99b91dc31" providerId="ADAL" clId="{562C9CDA-06AD-448B-AE43-AF39E35C9415}" dt="2024-07-31T19:05:48.602" v="293" actId="13926"/>
          <ac:spMkLst>
            <pc:docMk/>
            <pc:sldMk cId="2564379909" sldId="263"/>
            <ac:spMk id="3" creationId="{3AACD20F-C850-EB87-7F72-C016CF415169}"/>
          </ac:spMkLst>
        </pc:spChg>
      </pc:sldChg>
      <pc:sldChg chg="modSp add del mod">
        <pc:chgData name="Ali Ahmad" userId="d3510f94-5988-4c3a-9ef9-f2f99b91dc31" providerId="ADAL" clId="{562C9CDA-06AD-448B-AE43-AF39E35C9415}" dt="2024-08-04T07:10:34.257" v="303" actId="47"/>
        <pc:sldMkLst>
          <pc:docMk/>
          <pc:sldMk cId="3587581020" sldId="264"/>
        </pc:sldMkLst>
        <pc:spChg chg="mod">
          <ac:chgData name="Ali Ahmad" userId="d3510f94-5988-4c3a-9ef9-f2f99b91dc31" providerId="ADAL" clId="{562C9CDA-06AD-448B-AE43-AF39E35C9415}" dt="2024-07-31T19:04:07.624" v="282" actId="13926"/>
          <ac:spMkLst>
            <pc:docMk/>
            <pc:sldMk cId="3587581020" sldId="264"/>
            <ac:spMk id="5" creationId="{FFB07957-8AEC-E74B-74C4-5935935C9130}"/>
          </ac:spMkLst>
        </pc:spChg>
      </pc:sldChg>
      <pc:sldChg chg="modSp add del mod">
        <pc:chgData name="Ali Ahmad" userId="d3510f94-5988-4c3a-9ef9-f2f99b91dc31" providerId="ADAL" clId="{562C9CDA-06AD-448B-AE43-AF39E35C9415}" dt="2024-08-04T07:10:35.296" v="304" actId="47"/>
        <pc:sldMkLst>
          <pc:docMk/>
          <pc:sldMk cId="2996022595" sldId="265"/>
        </pc:sldMkLst>
        <pc:spChg chg="mod">
          <ac:chgData name="Ali Ahmad" userId="d3510f94-5988-4c3a-9ef9-f2f99b91dc31" providerId="ADAL" clId="{562C9CDA-06AD-448B-AE43-AF39E35C9415}" dt="2024-08-04T06:59:30.039" v="300" actId="13926"/>
          <ac:spMkLst>
            <pc:docMk/>
            <pc:sldMk cId="2996022595" sldId="265"/>
            <ac:spMk id="3" creationId="{3AACD20F-C850-EB87-7F72-C016CF415169}"/>
          </ac:spMkLst>
        </pc:spChg>
      </pc:sldChg>
      <pc:sldChg chg="add">
        <pc:chgData name="Ali Ahmad" userId="d3510f94-5988-4c3a-9ef9-f2f99b91dc31" providerId="ADAL" clId="{562C9CDA-06AD-448B-AE43-AF39E35C9415}" dt="2024-07-31T19:01:42.643" v="269" actId="2890"/>
        <pc:sldMkLst>
          <pc:docMk/>
          <pc:sldMk cId="2218198170" sldId="266"/>
        </pc:sldMkLst>
      </pc:sldChg>
      <pc:sldChg chg="add del">
        <pc:chgData name="Ali Ahmad" userId="d3510f94-5988-4c3a-9ef9-f2f99b91dc31" providerId="ADAL" clId="{562C9CDA-06AD-448B-AE43-AF39E35C9415}" dt="2024-07-31T19:06:18.516" v="296" actId="2696"/>
        <pc:sldMkLst>
          <pc:docMk/>
          <pc:sldMk cId="451296651" sldId="267"/>
        </pc:sldMkLst>
      </pc:sldChg>
      <pc:sldChg chg="modSp add del mod">
        <pc:chgData name="Ali Ahmad" userId="d3510f94-5988-4c3a-9ef9-f2f99b91dc31" providerId="ADAL" clId="{562C9CDA-06AD-448B-AE43-AF39E35C9415}" dt="2024-08-04T07:10:37.151" v="306" actId="47"/>
        <pc:sldMkLst>
          <pc:docMk/>
          <pc:sldMk cId="891365146" sldId="268"/>
        </pc:sldMkLst>
        <pc:spChg chg="mod">
          <ac:chgData name="Ali Ahmad" userId="d3510f94-5988-4c3a-9ef9-f2f99b91dc31" providerId="ADAL" clId="{562C9CDA-06AD-448B-AE43-AF39E35C9415}" dt="2024-08-04T07:04:16.399" v="302" actId="13926"/>
          <ac:spMkLst>
            <pc:docMk/>
            <pc:sldMk cId="891365146" sldId="268"/>
            <ac:spMk id="3" creationId="{BE626091-3B69-DCC0-994D-701843DDEA07}"/>
          </ac:spMkLst>
        </pc:spChg>
      </pc:sldChg>
      <pc:sldChg chg="add del">
        <pc:chgData name="Ali Ahmad" userId="d3510f94-5988-4c3a-9ef9-f2f99b91dc31" providerId="ADAL" clId="{562C9CDA-06AD-448B-AE43-AF39E35C9415}" dt="2024-07-31T19:06:32.545" v="298" actId="2696"/>
        <pc:sldMkLst>
          <pc:docMk/>
          <pc:sldMk cId="749400608" sldId="26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4130FF-60BC-4C0C-AEE3-7285F2A694C4}" type="datetimeFigureOut">
              <a:rPr lang="nb-NO" smtClean="0"/>
              <a:t>27.01.2026</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t>‹#›</a:t>
            </a:fld>
            <a:endParaRPr lang="nb-NO"/>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5379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4130FF-60BC-4C0C-AEE3-7285F2A694C4}" type="datetimeFigureOut">
              <a:rPr lang="nb-NO" smtClean="0"/>
              <a:t>27.01.2026</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672367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4130FF-60BC-4C0C-AEE3-7285F2A694C4}" type="datetimeFigureOut">
              <a:rPr lang="nb-NO" smtClean="0"/>
              <a:t>27.01.2026</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t>‹#›</a:t>
            </a:fld>
            <a:endParaRPr lang="nb-NO"/>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5686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4130FF-60BC-4C0C-AEE3-7285F2A694C4}" type="datetimeFigureOut">
              <a:rPr lang="nb-NO" smtClean="0"/>
              <a:t>27.01.2026</a:t>
            </a:fld>
            <a:endParaRPr lang="nb-NO"/>
          </a:p>
        </p:txBody>
      </p:sp>
      <p:sp>
        <p:nvSpPr>
          <p:cNvPr id="6" name="Footer Placeholder 5"/>
          <p:cNvSpPr>
            <a:spLocks noGrp="1"/>
          </p:cNvSpPr>
          <p:nvPr>
            <p:ph type="ftr" sz="quarter" idx="11"/>
          </p:nvPr>
        </p:nvSpPr>
        <p:spPr/>
        <p:txBody>
          <a:bodyPr/>
          <a:lstStyle/>
          <a:p>
            <a:endParaRPr lang="nb-NO"/>
          </a:p>
        </p:txBody>
      </p:sp>
      <p:sp>
        <p:nvSpPr>
          <p:cNvPr id="7" name="Slide Number Placeholder 6"/>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139873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4130FF-60BC-4C0C-AEE3-7285F2A694C4}" type="datetimeFigureOut">
              <a:rPr lang="nb-NO" smtClean="0"/>
              <a:t>27.01.2026</a:t>
            </a:fld>
            <a:endParaRPr lang="nb-NO"/>
          </a:p>
        </p:txBody>
      </p:sp>
      <p:sp>
        <p:nvSpPr>
          <p:cNvPr id="8" name="Footer Placeholder 7"/>
          <p:cNvSpPr>
            <a:spLocks noGrp="1"/>
          </p:cNvSpPr>
          <p:nvPr>
            <p:ph type="ftr" sz="quarter" idx="11"/>
          </p:nvPr>
        </p:nvSpPr>
        <p:spPr/>
        <p:txBody>
          <a:bodyPr/>
          <a:lstStyle/>
          <a:p>
            <a:endParaRPr lang="nb-NO"/>
          </a:p>
        </p:txBody>
      </p:sp>
      <p:sp>
        <p:nvSpPr>
          <p:cNvPr id="9" name="Slide Number Placeholder 8"/>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022244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4130FF-60BC-4C0C-AEE3-7285F2A694C4}" type="datetimeFigureOut">
              <a:rPr lang="nb-NO" smtClean="0"/>
              <a:t>27.01.2026</a:t>
            </a:fld>
            <a:endParaRPr lang="nb-NO"/>
          </a:p>
        </p:txBody>
      </p:sp>
      <p:sp>
        <p:nvSpPr>
          <p:cNvPr id="4" name="Footer Placeholder 3"/>
          <p:cNvSpPr>
            <a:spLocks noGrp="1"/>
          </p:cNvSpPr>
          <p:nvPr>
            <p:ph type="ftr" sz="quarter" idx="11"/>
          </p:nvPr>
        </p:nvSpPr>
        <p:spPr/>
        <p:txBody>
          <a:bodyPr/>
          <a:lstStyle/>
          <a:p>
            <a:endParaRPr lang="nb-NO"/>
          </a:p>
        </p:txBody>
      </p:sp>
      <p:sp>
        <p:nvSpPr>
          <p:cNvPr id="5" name="Slide Number Placeholder 4"/>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67318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E4130FF-60BC-4C0C-AEE3-7285F2A694C4}" type="datetimeFigureOut">
              <a:rPr lang="nb-NO" smtClean="0"/>
              <a:t>27.01.2026</a:t>
            </a:fld>
            <a:endParaRPr lang="nb-NO"/>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nb-NO"/>
          </a:p>
        </p:txBody>
      </p:sp>
      <p:sp>
        <p:nvSpPr>
          <p:cNvPr id="9" name="Slide Number Placeholder 8"/>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574231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E4130FF-60BC-4C0C-AEE3-7285F2A694C4}" type="datetimeFigureOut">
              <a:rPr lang="nb-NO" smtClean="0"/>
              <a:t>27.01.2026</a:t>
            </a:fld>
            <a:endParaRPr lang="nb-NO"/>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nb-NO"/>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3742552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4130FF-60BC-4C0C-AEE3-7285F2A694C4}" type="datetimeFigureOut">
              <a:rPr lang="nb-NO" smtClean="0"/>
              <a:t>27.01.2026</a:t>
            </a:fld>
            <a:endParaRPr lang="nb-NO"/>
          </a:p>
        </p:txBody>
      </p:sp>
      <p:sp>
        <p:nvSpPr>
          <p:cNvPr id="6" name="Footer Placeholder 5"/>
          <p:cNvSpPr>
            <a:spLocks noGrp="1"/>
          </p:cNvSpPr>
          <p:nvPr>
            <p:ph type="ftr" sz="quarter" idx="11"/>
          </p:nvPr>
        </p:nvSpPr>
        <p:spPr/>
        <p:txBody>
          <a:bodyPr/>
          <a:lstStyle/>
          <a:p>
            <a:endParaRPr lang="nb-NO"/>
          </a:p>
        </p:txBody>
      </p:sp>
      <p:sp>
        <p:nvSpPr>
          <p:cNvPr id="7" name="Slide Number Placeholder 6"/>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841854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4130FF-60BC-4C0C-AEE3-7285F2A694C4}" type="datetimeFigureOut">
              <a:rPr lang="nb-NO" smtClean="0"/>
              <a:t>27.01.2026</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590416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4130FF-60BC-4C0C-AEE3-7285F2A694C4}" type="datetimeFigureOut">
              <a:rPr lang="nb-NO" smtClean="0"/>
              <a:t>27.01.2026</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979024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E4130FF-60BC-4C0C-AEE3-7285F2A694C4}" type="datetimeFigureOut">
              <a:rPr lang="nb-NO" smtClean="0"/>
              <a:t>27.01.2026</a:t>
            </a:fld>
            <a:endParaRPr lang="nb-NO"/>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nb-NO"/>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0D9F6004-803D-4B18-B659-7E2122392222}" type="slidenum">
              <a:rPr lang="nb-NO" smtClean="0"/>
              <a:t>‹#›</a:t>
            </a:fld>
            <a:endParaRPr lang="nb-NO"/>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3486629"/>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a:xfrm>
            <a:off x="424205" y="1385741"/>
            <a:ext cx="11566689" cy="3069880"/>
          </a:xfrm>
        </p:spPr>
        <p:txBody>
          <a:bodyPr>
            <a:normAutofit fontScale="90000"/>
          </a:bodyPr>
          <a:lstStyle/>
          <a:p>
            <a:r>
              <a:rPr lang="en-IN" b="1" dirty="0">
                <a:effectLst>
                  <a:outerShdw blurRad="38100" dist="38100" dir="2700000" algn="tl">
                    <a:srgbClr val="000000">
                      <a:alpha val="43137"/>
                    </a:srgbClr>
                  </a:outerShdw>
                </a:effectLst>
              </a:rPr>
              <a:t>Marketing Campaign And Sentiment Analysis</a:t>
            </a:r>
            <a:br>
              <a:rPr lang="en-IN" sz="6000" dirty="0"/>
            </a:br>
            <a:br>
              <a:rPr lang="en-IN" sz="6000" dirty="0">
                <a:effectLst>
                  <a:outerShdw blurRad="38100" dist="38100" dir="2700000" algn="tl">
                    <a:srgbClr val="000000">
                      <a:alpha val="43137"/>
                    </a:srgbClr>
                  </a:outerShdw>
                </a:effectLst>
              </a:rPr>
            </a:br>
            <a:r>
              <a:rPr lang="en-US" sz="4800" b="1" dirty="0">
                <a:effectLst>
                  <a:outerShdw blurRad="38100" dist="38100" dir="2700000" algn="tl">
                    <a:srgbClr val="000000">
                      <a:alpha val="43137"/>
                    </a:srgbClr>
                  </a:outerShdw>
                </a:effectLst>
              </a:rPr>
              <a:t>Business Case </a:t>
            </a:r>
            <a:r>
              <a:rPr lang="en-US" sz="4800" b="1" dirty="0"/>
              <a:t>:</a:t>
            </a:r>
            <a:endParaRPr lang="nb-NO" sz="4800" b="1" dirty="0"/>
          </a:p>
        </p:txBody>
      </p:sp>
      <p:sp>
        <p:nvSpPr>
          <p:cNvPr id="3" name="Subtitle 2">
            <a:extLst>
              <a:ext uri="{FF2B5EF4-FFF2-40B4-BE49-F238E27FC236}">
                <a16:creationId xmlns:a16="http://schemas.microsoft.com/office/drawing/2014/main" id="{C4EAED8B-40B8-2F67-2CA2-D6CB3B6F8578}"/>
              </a:ext>
            </a:extLst>
          </p:cNvPr>
          <p:cNvSpPr>
            <a:spLocks noGrp="1"/>
          </p:cNvSpPr>
          <p:nvPr>
            <p:ph type="subTitle" idx="1"/>
          </p:nvPr>
        </p:nvSpPr>
        <p:spPr/>
        <p:txBody>
          <a:bodyPr/>
          <a:lstStyle/>
          <a:p>
            <a:endParaRPr lang="nb-NO" dirty="0"/>
          </a:p>
          <a:p>
            <a:endParaRPr lang="nb-NO" dirty="0"/>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41373F-6A73-4B5F-E4FC-95E89DA16583}"/>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rPr>
              <a:t>Introduction to Business Problem</a:t>
            </a:r>
            <a:endParaRPr lang="nb-NO" b="1" dirty="0">
              <a:effectLst>
                <a:outerShdw blurRad="38100" dist="38100" dir="2700000" algn="tl">
                  <a:srgbClr val="000000">
                    <a:alpha val="43137"/>
                  </a:srgbClr>
                </a:outerShdw>
              </a:effectLst>
            </a:endParaRPr>
          </a:p>
        </p:txBody>
      </p:sp>
      <p:sp>
        <p:nvSpPr>
          <p:cNvPr id="5" name="Content Placeholder 4">
            <a:extLst>
              <a:ext uri="{FF2B5EF4-FFF2-40B4-BE49-F238E27FC236}">
                <a16:creationId xmlns:a16="http://schemas.microsoft.com/office/drawing/2014/main" id="{FFB07957-8AEC-E74B-74C4-5935935C9130}"/>
              </a:ext>
            </a:extLst>
          </p:cNvPr>
          <p:cNvSpPr>
            <a:spLocks noGrp="1"/>
          </p:cNvSpPr>
          <p:nvPr>
            <p:ph idx="1"/>
          </p:nvPr>
        </p:nvSpPr>
        <p:spPr>
          <a:xfrm>
            <a:off x="838200" y="1843209"/>
            <a:ext cx="10515600" cy="4351338"/>
          </a:xfrm>
        </p:spPr>
        <p:txBody>
          <a:bodyPr>
            <a:normAutofit fontScale="77500" lnSpcReduction="20000"/>
          </a:bodyPr>
          <a:lstStyle/>
          <a:p>
            <a:pPr algn="just">
              <a:lnSpc>
                <a:spcPct val="170000"/>
              </a:lnSpc>
            </a:pPr>
            <a:r>
              <a:rPr lang="en-US" dirty="0" err="1"/>
              <a:t>ShopEasy</a:t>
            </a:r>
            <a:r>
              <a:rPr lang="en-US" dirty="0"/>
              <a:t>, an online retail business, is facing reduced customer engagement and conversion rates despite launching several new online marketing campaigns. They are reaching out to you to help conduct a detailed analysis and identify areas for improvement in their marketing strategies.</a:t>
            </a:r>
          </a:p>
          <a:p>
            <a:pPr algn="just">
              <a:lnSpc>
                <a:spcPct val="170000"/>
              </a:lnSpc>
            </a:pPr>
            <a:endParaRPr lang="en-US" dirty="0"/>
          </a:p>
          <a:p>
            <a:pPr algn="just">
              <a:lnSpc>
                <a:spcPct val="170000"/>
              </a:lnSpc>
            </a:pPr>
            <a:r>
              <a:rPr lang="en-US" b="1" dirty="0"/>
              <a:t>Key Points:</a:t>
            </a:r>
            <a:endParaRPr lang="en-US" dirty="0"/>
          </a:p>
          <a:p>
            <a:pPr lvl="1" algn="just">
              <a:lnSpc>
                <a:spcPct val="170000"/>
              </a:lnSpc>
            </a:pPr>
            <a:r>
              <a:rPr lang="en-US" b="1" dirty="0"/>
              <a:t>Reduced Customer Engagement:</a:t>
            </a:r>
            <a:r>
              <a:rPr lang="en-US" dirty="0"/>
              <a:t> The number of customer interactions and engagement with the site and marketing content has declined.</a:t>
            </a:r>
          </a:p>
          <a:p>
            <a:pPr lvl="1" algn="just">
              <a:lnSpc>
                <a:spcPct val="170000"/>
              </a:lnSpc>
            </a:pPr>
            <a:r>
              <a:rPr lang="en-US" b="1" dirty="0"/>
              <a:t>Decreased Conversion Rates:</a:t>
            </a:r>
            <a:r>
              <a:rPr lang="en-US" dirty="0"/>
              <a:t> Fewer site visitors are converting into paying customers.</a:t>
            </a:r>
          </a:p>
          <a:p>
            <a:pPr lvl="1" algn="just">
              <a:lnSpc>
                <a:spcPct val="170000"/>
              </a:lnSpc>
            </a:pPr>
            <a:r>
              <a:rPr lang="en-US" b="1" dirty="0"/>
              <a:t>High Marketing Expenses:</a:t>
            </a:r>
            <a:r>
              <a:rPr lang="en-US" dirty="0"/>
              <a:t> Significant investments in marketing campaigns are not yielding expected returns.</a:t>
            </a:r>
          </a:p>
          <a:p>
            <a:pPr lvl="1" algn="just">
              <a:lnSpc>
                <a:spcPct val="170000"/>
              </a:lnSpc>
            </a:pPr>
            <a:r>
              <a:rPr lang="en-US" b="1" dirty="0"/>
              <a:t>Need for Customer Feedback Analysis:</a:t>
            </a:r>
            <a:r>
              <a:rPr lang="en-US" dirty="0"/>
              <a:t> Understanding customer opinions about products and services is crucial for improving engagement and conversions.</a:t>
            </a:r>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effectLst>
                  <a:outerShdw blurRad="38100" dist="38100" dir="2700000" algn="tl">
                    <a:srgbClr val="000000">
                      <a:alpha val="43137"/>
                    </a:srgbClr>
                  </a:outerShdw>
                </a:effectLst>
              </a:rPr>
              <a:t>Business Problem Overview</a:t>
            </a:r>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a:bodyPr>
          <a:lstStyle/>
          <a:p>
            <a:pPr algn="just"/>
            <a:r>
              <a:rPr lang="en-US" dirty="0" err="1"/>
              <a:t>ShopEasy</a:t>
            </a:r>
            <a:r>
              <a:rPr lang="en-US" dirty="0"/>
              <a:t>, an online retail platform, is currently experiencing challenges in its marketing performance. Despite increased investment in online marketing campaigns, the company has observed a decline in customer engagement and conversion rates. Marketing expenses have risen, but the return on investment has not met expectations, indicating inefficiencies in current strategies.</a:t>
            </a:r>
          </a:p>
          <a:p>
            <a:pPr algn="just"/>
            <a:r>
              <a:rPr lang="en-US" dirty="0"/>
              <a:t>To address this issue, a comprehensive data analysis is required to evaluate the effectiveness of existing marketing efforts and identify areas for optimization. The analysis will leverage data from multiple sources, including customer reviews, social media feedback, and campaign performance metrics. By examining customer behavior, sentiment, and engagement patterns, the goal is to uncover actionable insights that can help improve customer experience, enhance engagement, and ultimately increase conversion rates.</a:t>
            </a:r>
          </a:p>
        </p:txBody>
      </p:sp>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effectLst>
                  <a:outerShdw blurRad="38100" dist="38100" dir="2700000" algn="tl">
                    <a:srgbClr val="000000">
                      <a:alpha val="43137"/>
                    </a:srgbClr>
                  </a:outerShdw>
                </a:effectLst>
              </a:rPr>
              <a:t>Customer Feedback Analysis Problem Statement</a:t>
            </a:r>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a:bodyPr>
          <a:lstStyle/>
          <a:p>
            <a:pPr algn="just"/>
            <a:r>
              <a:rPr lang="en-US" dirty="0" err="1"/>
              <a:t>ShopEasy</a:t>
            </a:r>
            <a:r>
              <a:rPr lang="en-US" dirty="0"/>
              <a:t> has observed a decline in customer engagement and satisfaction over the past few months, which has directly impacted overall conversion rates. Customer feedback collected through reviews and social media platforms highlights recurring issues and varied customer sentiments that require deeper analysis.</a:t>
            </a:r>
          </a:p>
          <a:p>
            <a:pPr algn="just"/>
            <a:r>
              <a:rPr lang="en-US" dirty="0"/>
              <a:t>To better understand customer needs, expectations, and pain points, a structured analysis of this feedback is necessary. By applying data analytics techniques to customer reviews and social media comments, meaningful patterns and sentiment trends can be identified. These insights will support improvements in customer experience, guide strategic decision-making, and help increase engagement and conversion rates.</a:t>
            </a:r>
          </a:p>
        </p:txBody>
      </p:sp>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rPr>
              <a:t>Key Performance Indicators (KPIs)</a:t>
            </a:r>
            <a:endParaRPr lang="nb-NO" b="1"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F9AAA8B0-E93B-E9BB-8C09-E2F8D0D61EB5}"/>
              </a:ext>
            </a:extLst>
          </p:cNvPr>
          <p:cNvSpPr>
            <a:spLocks noGrp="1"/>
          </p:cNvSpPr>
          <p:nvPr>
            <p:ph idx="1"/>
          </p:nvPr>
        </p:nvSpPr>
        <p:spPr/>
        <p:txBody>
          <a:bodyPr>
            <a:normAutofit/>
          </a:bodyPr>
          <a:lstStyle/>
          <a:p>
            <a:pPr algn="just">
              <a:lnSpc>
                <a:spcPct val="150000"/>
              </a:lnSpc>
            </a:pPr>
            <a:r>
              <a:rPr lang="en-US" b="1" dirty="0"/>
              <a:t>Conversion Rate: </a:t>
            </a:r>
            <a:r>
              <a:rPr lang="en-US" dirty="0"/>
              <a:t>Percentage of website visitors who make a purchase.</a:t>
            </a:r>
          </a:p>
          <a:p>
            <a:pPr algn="just">
              <a:lnSpc>
                <a:spcPct val="150000"/>
              </a:lnSpc>
            </a:pPr>
            <a:r>
              <a:rPr lang="en-US" b="1" dirty="0"/>
              <a:t>Customer Engagement Rate: </a:t>
            </a:r>
            <a:r>
              <a:rPr lang="en-US" dirty="0"/>
              <a:t>Level of interaction with marketing content (clicks, likes, comments).</a:t>
            </a:r>
          </a:p>
          <a:p>
            <a:pPr algn="just">
              <a:lnSpc>
                <a:spcPct val="150000"/>
              </a:lnSpc>
            </a:pPr>
            <a:r>
              <a:rPr lang="en-US" b="1" dirty="0"/>
              <a:t>Average Order Value (AOV): </a:t>
            </a:r>
            <a:r>
              <a:rPr lang="en-US" dirty="0"/>
              <a:t>Average amount spent by a customer per transaction.</a:t>
            </a:r>
          </a:p>
          <a:p>
            <a:pPr algn="just">
              <a:lnSpc>
                <a:spcPct val="150000"/>
              </a:lnSpc>
            </a:pPr>
            <a:r>
              <a:rPr lang="en-US" b="1" dirty="0"/>
              <a:t>Customer Feedback Score: </a:t>
            </a:r>
            <a:r>
              <a:rPr lang="en-US" dirty="0"/>
              <a:t>Average rating from customer reviews.</a:t>
            </a:r>
            <a:endParaRPr lang="nb-NO" dirty="0"/>
          </a:p>
        </p:txBody>
      </p:sp>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F449-8457-0E38-E3B4-75FA6F83C166}"/>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rPr>
              <a:t>Goals</a:t>
            </a:r>
            <a:endParaRPr lang="nb-NO" b="1"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A96A4C0A-7CD6-52C8-5795-CE203917B8A2}"/>
              </a:ext>
            </a:extLst>
          </p:cNvPr>
          <p:cNvSpPr>
            <a:spLocks noGrp="1"/>
          </p:cNvSpPr>
          <p:nvPr>
            <p:ph idx="1"/>
          </p:nvPr>
        </p:nvSpPr>
        <p:spPr/>
        <p:txBody>
          <a:bodyPr>
            <a:normAutofit fontScale="77500" lnSpcReduction="20000"/>
          </a:bodyPr>
          <a:lstStyle/>
          <a:p>
            <a:pPr algn="just">
              <a:lnSpc>
                <a:spcPct val="170000"/>
              </a:lnSpc>
            </a:pPr>
            <a:r>
              <a:rPr lang="en-US" b="1" dirty="0"/>
              <a:t>Increase Conversion Rates:</a:t>
            </a:r>
          </a:p>
          <a:p>
            <a:pPr lvl="1" algn="just">
              <a:lnSpc>
                <a:spcPct val="170000"/>
              </a:lnSpc>
            </a:pPr>
            <a:r>
              <a:rPr lang="en-US" b="1" dirty="0"/>
              <a:t>Goal: </a:t>
            </a:r>
            <a:r>
              <a:rPr lang="en-US" dirty="0"/>
              <a:t>Identify factors impacting the conversion rate and provide recommendations to improve it.</a:t>
            </a:r>
          </a:p>
          <a:p>
            <a:pPr lvl="1" algn="just">
              <a:lnSpc>
                <a:spcPct val="170000"/>
              </a:lnSpc>
            </a:pPr>
            <a:r>
              <a:rPr lang="en-US" b="1" dirty="0"/>
              <a:t>Insight: </a:t>
            </a:r>
            <a:r>
              <a:rPr lang="en-US" dirty="0"/>
              <a:t>Highlight key stages where visitors drop off and suggest improvements to optimize the conversion funnel.</a:t>
            </a:r>
          </a:p>
          <a:p>
            <a:pPr algn="just">
              <a:lnSpc>
                <a:spcPct val="170000"/>
              </a:lnSpc>
            </a:pPr>
            <a:r>
              <a:rPr lang="en-US" b="1" dirty="0"/>
              <a:t>Enhance Customer Engagement:</a:t>
            </a:r>
            <a:endParaRPr lang="en-US" dirty="0"/>
          </a:p>
          <a:p>
            <a:pPr lvl="1" algn="just">
              <a:lnSpc>
                <a:spcPct val="170000"/>
              </a:lnSpc>
            </a:pPr>
            <a:r>
              <a:rPr lang="en-US" b="1" dirty="0"/>
              <a:t>Goal:</a:t>
            </a:r>
            <a:r>
              <a:rPr lang="en-US" dirty="0"/>
              <a:t> Determine which types of content drive the highest engagement. </a:t>
            </a:r>
          </a:p>
          <a:p>
            <a:pPr lvl="1" algn="just">
              <a:lnSpc>
                <a:spcPct val="170000"/>
              </a:lnSpc>
            </a:pPr>
            <a:r>
              <a:rPr lang="en-US" b="1" dirty="0"/>
              <a:t>Insight:</a:t>
            </a:r>
            <a:r>
              <a:rPr lang="en-US" dirty="0"/>
              <a:t> Analyze interaction levels with different types of marketing content to inform better content strategies.</a:t>
            </a:r>
          </a:p>
          <a:p>
            <a:pPr algn="just">
              <a:lnSpc>
                <a:spcPct val="170000"/>
              </a:lnSpc>
            </a:pPr>
            <a:r>
              <a:rPr lang="en-US" b="1" dirty="0"/>
              <a:t>Improve Customer Feedback Scores:</a:t>
            </a:r>
            <a:endParaRPr lang="en-US" dirty="0"/>
          </a:p>
          <a:p>
            <a:pPr lvl="1" algn="just">
              <a:lnSpc>
                <a:spcPct val="170000"/>
              </a:lnSpc>
            </a:pPr>
            <a:r>
              <a:rPr lang="en-US" b="1" dirty="0"/>
              <a:t>Goal:</a:t>
            </a:r>
            <a:r>
              <a:rPr lang="en-US" dirty="0"/>
              <a:t> Understand common themes in customer reviews and provide actionable insights.</a:t>
            </a:r>
          </a:p>
          <a:p>
            <a:pPr lvl="1" algn="just">
              <a:lnSpc>
                <a:spcPct val="170000"/>
              </a:lnSpc>
            </a:pPr>
            <a:r>
              <a:rPr lang="en-US" b="1" dirty="0"/>
              <a:t>Insight:</a:t>
            </a:r>
            <a:r>
              <a:rPr lang="en-US" dirty="0"/>
              <a:t> Identify recurring positive and negative feedback to guide product and service improvements.</a:t>
            </a:r>
          </a:p>
        </p:txBody>
      </p:sp>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TM02900769[[fn=Retrospect]]</Template>
  <TotalTime>459</TotalTime>
  <Words>551</Words>
  <Application>Microsoft Office PowerPoint</Application>
  <PresentationFormat>Widescreen</PresentationFormat>
  <Paragraphs>30</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Calibri</vt:lpstr>
      <vt:lpstr>Calibri Light</vt:lpstr>
      <vt:lpstr>Retrospect</vt:lpstr>
      <vt:lpstr>Marketing Campaign And Sentiment Analysis  Business Case :</vt:lpstr>
      <vt:lpstr>Introduction to Business Problem</vt:lpstr>
      <vt:lpstr>Business Problem Overview</vt:lpstr>
      <vt:lpstr>Customer Feedback Analysis Problem Statement</vt:lpstr>
      <vt:lpstr>Key Performance Indicators (KPIs)</vt:lpstr>
      <vt:lpstr>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priyanka panda</cp:lastModifiedBy>
  <cp:revision>3</cp:revision>
  <dcterms:created xsi:type="dcterms:W3CDTF">2024-07-20T13:50:58Z</dcterms:created>
  <dcterms:modified xsi:type="dcterms:W3CDTF">2026-01-26T18:42:08Z</dcterms:modified>
</cp:coreProperties>
</file>